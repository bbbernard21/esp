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E2E6-C224-20D8-DAC0-69E57B864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6871A-DD64-0EC2-BE53-C6BD03CAF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EF95-B907-3C12-39F6-A753C9C43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B66ED-3449-1B15-B06B-3996C36F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34AD-9FCB-D741-7D63-EA67B657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7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AD94-D0E6-F192-9EE6-B258217F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DA1E8-468B-0963-8A23-AD4CD753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1EC01-259C-2058-7EDA-5B244D63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D51F-1F0C-0722-603C-119ACBB5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27B2D-0C7F-2116-74CF-E5555AD2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6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43E4-CE10-B701-5E75-3E30BA15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9E74-D985-4FF7-A400-5B8F09C3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0BCA0-12FE-01EC-A9A3-78C808FC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FD9B6-2B3A-4F1D-954B-CE6A6EDE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2AA2-F71B-1A15-1EE8-43F07D11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AB4BB-FAC8-9AE3-4C7E-F821C2A6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BD93-E81A-BE73-DE2C-A67BAA89A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0516-943F-6ED6-C711-E2E0580D1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F7B8F-E0DD-8944-4DFC-3E1C3734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D9243-8E70-F003-22EA-0BC7FDC2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366AD-8B36-841B-6563-19D6D1CB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07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66CD-1475-A412-89EA-E2485626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F5A9E-E2AF-3E9D-1D8D-A67FA1FDD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628ED-46AA-C348-3E2D-909DE44F8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E7C36-3A7A-D277-526C-C24699C2B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652BF-92FB-A8E4-6AEE-2555C5D4F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02C5F-5E8D-12FB-F667-4F7ACB45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1C8B64-A16E-DA1D-9CC6-DB86199C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E6B8A-8F41-D8F0-C302-BB7EB80F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9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28AD-BC3F-81FC-E234-E57713B8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FDCEB-8DA4-6EB5-849F-C6842185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8D7B5-5256-425B-1C02-54F3F54B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91422-AA02-7442-0280-E0785E24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7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CE5FA-3A6F-44BA-2B3F-273F9A0B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C2C2F-61DD-64DD-0458-54EB3C4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4A55B-DC99-562F-7406-D4773D33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5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E9F7-32E0-EFF1-D0E9-CA122318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44066-0FEB-E4A1-D1DF-F15CE9817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0797A-D2AB-C537-AF2E-DC3887367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26FA7-6317-FF3D-C6D9-381F5E60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2DD05-2DBD-FEEA-B301-CD2A9728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97AB5-5DA2-40DB-5CF1-569143E9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75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022E-737F-B071-FBE8-884488FF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C3048-7A5C-197D-259E-A0D6EC097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4C13F-6AF6-0E11-49C5-F2B2EA2E6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12B39-A143-AA55-C2E8-E1AFD316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DE9DB-EA1F-E7B3-8A1D-59986417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5D8A2-5217-81CB-8C09-E5DF21D0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7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D62F-6F42-AD60-6DFD-19BAA019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856EA-CE23-6C37-4E92-9FE77ECB7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25694-6C54-0F13-25E1-CCD1BB5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2F10B-8F02-5D82-FC5B-B30D2919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927B8-3A06-A946-D380-0E3A97C8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76D1-D37F-5483-CC5B-5EA5FF990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BA241-F326-F686-E50B-3A0234915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4B222-C2F0-FDF7-89E4-7CDA1971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B6A7F-EA20-F916-8B7E-71779690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199F0-DBCF-A7A8-84A4-1901C48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0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949A9-49D1-A1EA-864B-910E0FE09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FAA97-D0B2-797F-A137-CDC3A43D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92E55-B1E8-C56A-FD33-3E89C3EBF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CC118-999D-45ED-A338-62CD5CE5DAE3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0F7C4-5FE5-88DB-D082-F6FD7C7E0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2141-3883-F743-EFA0-1E33B751E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B5030-5B41-4D59-88EA-9396D6A7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0DB7-EE2B-5615-512C-C12A5F864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Material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E1003-5D2C-AC81-B301-BAAEFD344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7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Learning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Ting Bernard Lee</dc:creator>
  <cp:lastModifiedBy>Wei Ting Bernard Lee</cp:lastModifiedBy>
  <cp:revision>1</cp:revision>
  <dcterms:created xsi:type="dcterms:W3CDTF">2024-12-30T08:22:57Z</dcterms:created>
  <dcterms:modified xsi:type="dcterms:W3CDTF">2024-12-30T08:23:19Z</dcterms:modified>
</cp:coreProperties>
</file>